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catalogue Netflix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Base de Données</a:t>
            </a:r>
          </a:p>
          <a:p>
            <a:r>
              <a:t>GLSI2</a:t>
            </a:r>
          </a:p>
          <a:p/>
          <a:p>
            <a:r>
              <a:t>Analyse des films et séries Netflix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: analyser le catalogue Netflix</a:t>
            </a:r>
          </a:p>
          <a:p>
            <a:r>
              <a:t>Utilisation de SQL pour extraire des insights</a:t>
            </a:r>
          </a:p>
          <a:p>
            <a:r>
              <a:t>Dataset réel de Kaggle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du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Fichier : netflix_titles.csv</a:t>
            </a:r>
          </a:p>
          <a:p>
            <a:r>
              <a:t>Contient films et séries</a:t>
            </a:r>
          </a:p>
          <a:p>
            <a:r>
              <a:t>Colonnes : titre, pays, année, genre,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utilisés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Server Management Studio</a:t>
            </a:r>
          </a:p>
          <a:p>
            <a:r>
              <a:t>Visual Studio Code</a:t>
            </a:r>
          </a:p>
          <a:p>
            <a:r>
              <a:t>Git &amp;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de la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principale : netflix</a:t>
            </a:r>
          </a:p>
          <a:p>
            <a:r>
              <a:t>Colonnes : show_id, type, title, director,</a:t>
            </a:r>
          </a:p>
          <a:p>
            <a:r>
              <a:t>country, release_year, rating, duration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Requêtes SQL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SELECT, WHERE, GROUP BY</a:t>
            </a:r>
          </a:p>
          <a:p>
            <a:r>
              <a:t>Analyse par pays</a:t>
            </a:r>
          </a:p>
          <a:p>
            <a:r>
              <a:t>Analyse par genre</a:t>
            </a:r>
          </a:p>
          <a:p>
            <a:r>
              <a:t>Tri et filtrage des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et statistiques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Pays les plus producteurs</a:t>
            </a:r>
          </a:p>
          <a:p>
            <a:r>
              <a:t>Genres les plus fréquents</a:t>
            </a:r>
          </a:p>
          <a:p>
            <a:r>
              <a:t>Evolution des films par année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Dominance de certains pays</a:t>
            </a:r>
          </a:p>
          <a:p>
            <a:r>
              <a:t>Augmentation du contenu récent</a:t>
            </a:r>
          </a:p>
          <a:p>
            <a:r>
              <a:t>Diversité des genres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réussi</a:t>
            </a:r>
          </a:p>
          <a:p>
            <a:r>
              <a:t>Bonne maîtrise SQL</a:t>
            </a:r>
          </a:p>
          <a:p>
            <a:r>
              <a:t>Analyse utile des données Netflix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